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F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057400"/>
            <a:ext cx="11057839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RLDX-1 파인튜닝 — FFW-SH5</a:t>
            </a:r>
          </a:p>
          <a:p>
            <a:pPr algn="l">
              <a:spcAft>
                <a:spcPts val="2600"/>
              </a:spcAft>
            </a:pPr>
            <a:r>
              <a:rPr sz="1900" b="0">
                <a:solidFill>
                  <a:srgbClr val="9FC4DA"/>
                </a:solidFill>
                <a:latin typeface="맑은 고딕"/>
              </a:rPr>
              <a:t>rlwrld_demo_0826_merge · 81 에피소드 / 33,018 프레임 / 10 fps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C8DAE8"/>
                </a:solidFill>
                <a:latin typeface="맑은 고딕"/>
              </a:rPr>
              <a:t>데이터 특성에서 출발한 설계 결정과 학습 구성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88A8C0"/>
                </a:solidFill>
                <a:latin typeface="맑은 고딕"/>
              </a:rPr>
              <a:t>2026-08-27 · 4× NVIDIA B200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한 장 요약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결정 3개와 현재 상태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89888"/>
          <a:ext cx="11057837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5496"/>
                <a:gridCol w="2664539"/>
                <a:gridCol w="6927802"/>
              </a:tblGrid>
              <a:tr h="4206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결정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근거 (데이터/논문)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① action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57 → 26차원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명령이 실제로 들어가는 관절만. 54 중 28개가 상수 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② tactile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쓰지 않음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PT에 physics stream이 없고, 2지 파지라 신호가 36차원에만 희소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③ chunk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16 → 40 (실행 20)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10 fps에서 2.0초 실행. 논문 ALLEX의 20/40 비율과 동일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66928" y="3246120"/>
            <a:ext cx="5577840" cy="1417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B4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3246120"/>
            <a:ext cx="64008" cy="1417320"/>
          </a:xfrm>
          <a:prstGeom prst="rect">
            <a:avLst/>
          </a:prstGeom>
          <a:solidFill>
            <a:srgbClr val="B47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3337560"/>
            <a:ext cx="521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4760A"/>
                </a:solidFill>
                <a:latin typeface="맑은 고딕"/>
              </a:rPr>
              <a:t>우리 task는 composite다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4단계 + 조건 분기(“송장이 위로 오게”). atomic이 아니다.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RoboCasa365에서 RLDX-1도 atomic 67.3% vs composite 19.0%.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→ 1차는 subtask 없이 전체 문장 하나로 end-to-end.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19088" y="3246120"/>
            <a:ext cx="5184648" cy="1417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19088" y="3246120"/>
            <a:ext cx="64008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0256" y="3337560"/>
            <a:ext cx="481888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맑은 고딕"/>
              </a:rPr>
              <a:t>지금 학습 중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batch 128 · lr 1e-4 cosine · 30K step · 4×B200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GPU당 55 GiB, 예상 6~8시간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held-out 9 에피소드로 체크포인트 선택 예정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892040"/>
            <a:ext cx="11057839" cy="11430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B4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892040"/>
            <a:ext cx="64008" cy="1143000"/>
          </a:xfrm>
          <a:prstGeom prst="rect">
            <a:avLst/>
          </a:prstGeom>
          <a:solidFill>
            <a:srgbClr val="B4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4983480"/>
            <a:ext cx="1069207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43A2E"/>
                </a:solidFill>
                <a:latin typeface="맑은 고딕"/>
              </a:rPr>
              <a:t>핵심 제약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RLDX-1-PT는 1단계(사전학습) 산출물이라 motion / memory / physics 텐서가 0개다.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그 기능들은 2단계 mid-training(2,560만 샘플)에서 붙는 것 → 우리 3.2만 샘플로 대체 불가. 세 모듈 모두 OFF.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요약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데이터 — 무엇을 합쳤나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3개 세션 병합 + 전수 감사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89888"/>
          <a:ext cx="676655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7214"/>
                <a:gridCol w="995082"/>
                <a:gridCol w="1094590"/>
                <a:gridCol w="1194098"/>
                <a:gridCol w="895574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세션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에피소드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프레임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평균 길이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비중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rlwrld_demo_0826_1539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6,710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320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20.3%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rlwrld_demo_0826_1652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11,408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380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34.6%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rlwrld_demo_0826_1748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14,900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497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45.1%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81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33,018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378 (중앙값)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55분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53528" y="1344168"/>
            <a:ext cx="4526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E7D32"/>
                </a:solidFill>
                <a:latin typeface="맑은 고딕"/>
              </a:rPr>
              <a:t>전수 감사 결과 — 0건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F7A7A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0262E"/>
                </a:solidFill>
                <a:latin typeface="맑은 고딕"/>
              </a:rPr>
              <a:t>dead episode · NaN/Inf · 영상 desync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F7A7A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0262E"/>
                </a:solidFill>
                <a:latin typeface="맑은 고딕"/>
              </a:rPr>
              <a:t>인덱스 오류 · 중복 에피소드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F7A7A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0262E"/>
                </a:solidFill>
                <a:latin typeface="맑은 고딕"/>
              </a:rPr>
              <a:t>task 문자열 플레이스홀더 (0812의 “1611” 문제 없음)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246120"/>
            <a:ext cx="5577840" cy="13716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1F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246120"/>
            <a:ext cx="64008" cy="1371600"/>
          </a:xfrm>
          <a:prstGeom prst="rect">
            <a:avLst/>
          </a:prstGeom>
          <a:solidFill>
            <a:srgbClr val="1F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333756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7A7A"/>
                </a:solidFill>
                <a:latin typeface="맑은 고딕"/>
              </a:rPr>
              <a:t>병합에서 실제로 잡은 문제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pandas가 fixed_size_list&lt;float&gt;[57] → list&lt;float&gt;로 강등하고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huggingface 스키마 메타데이터를 삭제 → Arrow 레벨로 재작성해 해결.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결과: payload 비트 동일, mp4 바이트 동일, 스키마 보존.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19088" y="3246120"/>
            <a:ext cx="5184648" cy="13716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B4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19088" y="3246120"/>
            <a:ext cx="64008" cy="1371600"/>
          </a:xfrm>
          <a:prstGeom prst="rect">
            <a:avLst/>
          </a:prstGeom>
          <a:solidFill>
            <a:srgbClr val="B47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0256" y="3337560"/>
            <a:ext cx="481888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4760A"/>
                </a:solidFill>
                <a:latin typeface="맑은 고딕"/>
              </a:rPr>
              <a:t>알고 있어야 할 편향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세션이 갈수록 시연이 길어진다 (320 → 380 → 497 프레임).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1748 세션이 학습 분포의 45%를 차지.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→ 평가는 반드시 세 세션에 걸쳐서.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846320"/>
            <a:ext cx="1105783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846320"/>
            <a:ext cx="64008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937760"/>
            <a:ext cx="10692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맑은 고딕"/>
              </a:rPr>
              <a:t>학습/검증 분할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train 72 ep / 29,661 frames   ·   held-out 9 ep / 3,357 frames (10.2%, 세 세션에서 3개씩)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트레이너에 validation 경로가 없다 (eval_dataset은 항상 None) → held-out + open_loop_eval로 직접 봐야 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데이터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결정 ① — action을 57에서 26차원으로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데이터가 말해준 실제 제어 공간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89888"/>
          <a:ext cx="6857999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3029"/>
                <a:gridCol w="1512794"/>
                <a:gridCol w="1512794"/>
                <a:gridCol w="1109382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관절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state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action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arm_l / arm_r  joint1–7 (14)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움직임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움직임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E7D32"/>
                          </a:solidFill>
                          <a:latin typeface="맑은 고딕"/>
                        </a:rPr>
                        <a:t>제어함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finger_*_joint1–13 (26)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움직임 ±0.02~0.3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0.000 고정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B43A2E"/>
                          </a:solidFill>
                          <a:latin typeface="맑은 고딕"/>
                        </a:rPr>
                        <a:t>명령 없음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finger_*_joint14,15,16 (6)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움직임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움직임 0~1.29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E7D32"/>
                          </a:solidFill>
                          <a:latin typeface="맑은 고딕"/>
                        </a:rPr>
                        <a:t>제어함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finger_*_joint17 (2)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움직임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0.000 고정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B43A2E"/>
                          </a:solidFill>
                          <a:latin typeface="맑은 고딕"/>
                        </a:rPr>
                        <a:t>명령 없음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finger_*_joint18,19,20 (6)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움직임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움직임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E7D32"/>
                          </a:solidFill>
                          <a:latin typeface="맑은 고딕"/>
                        </a:rPr>
                        <a:t>제어함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44968" y="1344168"/>
            <a:ext cx="4434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B3A5C"/>
                </a:solidFill>
                <a:latin typeface="맑은 고딕"/>
              </a:rPr>
              <a:t>33,018 프레임 전수 측정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F7A7A"/>
                </a:solidFill>
                <a:latin typeface="맑은 고딕"/>
              </a:rPr>
              <a:t>• </a:t>
            </a:r>
            <a:r>
              <a:rPr sz="1350" b="1">
                <a:solidFill>
                  <a:srgbClr val="20262E"/>
                </a:solidFill>
                <a:latin typeface="맑은 고딕"/>
              </a:rPr>
              <a:t>action 54차원 중 28개가 상수 0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F7A7A"/>
                </a:solidFill>
                <a:latin typeface="맑은 고딕"/>
              </a:rPr>
              <a:t>• </a:t>
            </a:r>
            <a:r>
              <a:rPr sz="1350" b="0">
                <a:solidFill>
                  <a:srgbClr val="20262E"/>
                </a:solidFill>
                <a:latin typeface="맑은 고딕"/>
              </a:rPr>
              <a:t>실질 제어 = 팔 14 + 손 12 = 26차원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F7A7A"/>
                </a:solidFill>
                <a:latin typeface="맑은 고딕"/>
              </a:rPr>
              <a:t>• </a:t>
            </a:r>
            <a:r>
              <a:rPr sz="1350" b="0">
                <a:solidFill>
                  <a:srgbClr val="20262E"/>
                </a:solidFill>
                <a:latin typeface="맑은 고딕"/>
              </a:rPr>
              <a:t>조이스틱 프리셋 → 4·5번 손가락만 사용 (의도됨)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F7A7A"/>
                </a:solidFill>
                <a:latin typeface="맑은 고딕"/>
              </a:rPr>
              <a:t>• </a:t>
            </a:r>
            <a:r>
              <a:rPr sz="1350" b="0">
                <a:solidFill>
                  <a:srgbClr val="20262E"/>
                </a:solidFill>
                <a:latin typeface="맑은 고딕"/>
              </a:rPr>
              <a:t>head/lift(54:57)도 명령 없음 → 이미 제외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03320"/>
            <a:ext cx="5577840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5A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703320"/>
            <a:ext cx="64008" cy="1234440"/>
          </a:xfrm>
          <a:prstGeom prst="rect">
            <a:avLst/>
          </a:prstGeom>
          <a:solidFill>
            <a:srgbClr val="5A6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379476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A636E"/>
                </a:solidFill>
                <a:latin typeface="맑은 고딕"/>
              </a:rPr>
              <a:t>54로 둬도 “틀리지는” 않는다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q99 정규화가 상수 차원을 0으로 보내고, flow-matching 타깃 −ε는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노이즈 입력에서 정확히 복원 가능 → 학습은 된다.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다만 디코더 폭과 그래디언트를 신호 없는 28차원에 쓴다.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19088" y="3703320"/>
            <a:ext cx="5184648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19088" y="3703320"/>
            <a:ext cx="64008" cy="1234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0256" y="3794760"/>
            <a:ext cx="481888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맑은 고딕"/>
              </a:rPr>
              <a:t>검증 완료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action 26차원, dead dim 0개 (모든 그룹 q99−q01 &gt; 0.07)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state는 54 유지 — 관측은 공짜, 접촉 정보를 담을 수 있음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stats.json 재생성 불필요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120640"/>
            <a:ext cx="1105783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B4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120640"/>
            <a:ext cx="64008" cy="868680"/>
          </a:xfrm>
          <a:prstGeom prst="rect">
            <a:avLst/>
          </a:prstGeom>
          <a:solidFill>
            <a:srgbClr val="B47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212080"/>
            <a:ext cx="106920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4760A"/>
                </a:solidFill>
                <a:latin typeface="맑은 고딕"/>
              </a:rPr>
              <a:t>⚠ 배포 시 바뀌는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서버 출력 키가 action.left_hand(20) → action.left_hand_j14_16 / _j18_20 (3+3)로 바뀐다.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클라이언트가 26 → 57 매핑을 새 그룹 순서로 다시 조립해야 한다. 아직 실기로 확인 안 됨.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결정 ①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결정 ② — fingertip(tactile)을 쓰지 않는 이유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설계가 그렇고, 모델도 아직 못 받는다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89888"/>
          <a:ext cx="1105783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2229"/>
                <a:gridCol w="6358257"/>
                <a:gridCol w="3317351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층위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무엇이 문제인가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수치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RLDX-1-PT에 physics stream이 존재하지 않음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physics 텐서 0개 (MT는 21개)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90차원 중 대부분이 정규화하면 정보량 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q01=q99인 차원 79/90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운용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2지 파지 설계 — 접촉이 4·5번 손가락에 집중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0이 아닌 (프레임×차원) 비율 0.69%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코드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all-zero 샘플은 physics를 통째로 스킵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프레임의 61.6%가 전 차원 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3429000"/>
            <a:ext cx="5623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B3A5C"/>
                </a:solidFill>
                <a:latin typeface="맑은 고딕"/>
              </a:rPr>
              <a:t>접촉이 집중되는 곳 = 손가락 4·5번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F7A7A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0262E"/>
                </a:solidFill>
                <a:latin typeface="맑은 고딕"/>
              </a:rPr>
              <a:t>접촉 이벤트: 4·5번 2,580건 vs 1~3번 115건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F7A7A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0262E"/>
                </a:solidFill>
                <a:latin typeface="맑은 고딕"/>
              </a:rPr>
              <a:t>1~3번도 스치면 최대 70~233까지 제대로 읽는다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F7A7A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0262E"/>
                </a:solidFill>
                <a:latin typeface="맑은 고딕"/>
              </a:rPr>
              <a:t>→ 하드웨어 결함이 아니다. 쓰게 되면 36차원만 넣으면 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64808" y="3429000"/>
            <a:ext cx="5138928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1F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64808" y="3429000"/>
            <a:ext cx="64008" cy="1737360"/>
          </a:xfrm>
          <a:prstGeom prst="rect">
            <a:avLst/>
          </a:prstGeom>
          <a:solidFill>
            <a:srgbClr val="1F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5976" y="3520440"/>
            <a:ext cx="47731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7A7A"/>
                </a:solidFill>
                <a:latin typeface="맑은 고딕"/>
              </a:rPr>
              <a:t>결정 ①과 같은 원인이다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조이스틱 버튼 하나로 프리셋이 걸려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4·5번 손가락(약지·새끼)만으로 상자를 파지한다.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→ 명령도 접촉도 거기 몰리는 게 당연하다.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   데이터를 다시 모아도 같은 모양이 나온다.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57839" cy="9144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B4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5349240"/>
            <a:ext cx="64008" cy="914400"/>
          </a:xfrm>
          <a:prstGeom prst="rect">
            <a:avLst/>
          </a:prstGeom>
          <a:solidFill>
            <a:srgbClr val="B47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440680"/>
            <a:ext cx="10692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4760A"/>
                </a:solidFill>
                <a:latin typeface="맑은 고딕"/>
              </a:rPr>
              <a:t>그래도 tactile이 필요한 순간은 따로 있다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논문에서 tactile이 효과를 본 건 Plug Insertion(20.8→33.3), Egg PnP(45.8→61.1) — 시각으로 접촉을 알 수 없는 정밀 작업.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상자 운반은 그 범주가 아니다. 나중에 쓰게 되면 파지에 실제로 쓰이는 36차원(4·5번 손가락)만 넣으면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결정 ②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RLDX-1의 3단계 학습과 우리 위치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왜 기능 모듈을 못 쓰는가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89888"/>
          <a:ext cx="11057836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0914"/>
                <a:gridCol w="1646912"/>
                <a:gridCol w="1764548"/>
                <a:gridCol w="3529097"/>
                <a:gridCol w="1176365"/>
              </a:tblGrid>
              <a:tr h="4206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steps × batch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하드웨어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무엇을 하는가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우리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Pre-training → RLDX-1-PT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100K × 8192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64×H200 195h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1.5M 에피소드 action prior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E7D32"/>
                          </a:solidFill>
                          <a:latin typeface="맑은 고딕"/>
                        </a:rPr>
                        <a:t>출발점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Mid-training → RLDX-1-MT-*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25K × 1024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64×H200 15h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motion / memory / physics 주입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B43A2E"/>
                          </a:solidFill>
                          <a:latin typeface="맑은 고딕"/>
                        </a:rPr>
                        <a:t>건너뜀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Post-training → RLDX-1-FT-*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30K × 64~128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task별 적응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E7D32"/>
                          </a:solidFill>
                          <a:latin typeface="맑은 고딕"/>
                        </a:rPr>
                        <a:t>우리가 함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3337560"/>
          <a:ext cx="5760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960120"/>
                <a:gridCol w="1248156"/>
                <a:gridCol w="1248156"/>
              </a:tblGrid>
              <a:tr h="301752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체크포인트 텐서 조사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PT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MT-ALLEX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MT-DROID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motion(STSS)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B43A2E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memory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B43A2E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19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19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physics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B43A2E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double / single blocks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80 / 64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120 / 128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120 / 128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601968" y="3337560"/>
            <a:ext cx="5001768" cy="20574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B4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01968" y="3337560"/>
            <a:ext cx="64008" cy="2057400"/>
          </a:xfrm>
          <a:prstGeom prst="rect">
            <a:avLst/>
          </a:prstGeom>
          <a:solidFill>
            <a:srgbClr val="B4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03136" y="3429000"/>
            <a:ext cx="463600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43A2E"/>
                </a:solidFill>
                <a:latin typeface="맑은 고딕"/>
              </a:rPr>
              <a:t>그래서 세 모듈 모두 OFF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PT 위에서 --use-physics를 켜면 MSAT의 P-stream QKV까지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전부 무작위 초기화된다.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논문은 같은 일을 2,560만 샘플로 했고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우리에겐 3.2만 샘플뿐 — 800배 차이.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MT를 base로 쓰는 것도 답이 아니다. mid-training의 목적이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“embodiment specialization”이라 ALLEX/FR3에 특화돼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257800"/>
            <a:ext cx="5760720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1F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5257800"/>
            <a:ext cx="64008" cy="1005840"/>
          </a:xfrm>
          <a:prstGeom prst="rect">
            <a:avLst/>
          </a:prstGeom>
          <a:solidFill>
            <a:srgbClr val="1F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34924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7A7A"/>
                </a:solidFill>
                <a:latin typeface="맑은 고딕"/>
              </a:rPr>
              <a:t>PT 모델 카드가 직접 말한다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“Use it as your starting point for new embodiments and tasks.”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우리는 새 임바디먼트다 → RLDX-1-PT가 맞다.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모델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하이퍼파라미터 — 논문 실로봇 레시피를 따른다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§G.2~G.5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89888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3027"/>
                <a:gridCol w="2088702"/>
                <a:gridCol w="982919"/>
                <a:gridCol w="982919"/>
                <a:gridCol w="1720108"/>
                <a:gridCol w="1597243"/>
                <a:gridCol w="982919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플랫폼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데모 수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steps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batch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lr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state dropout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chunk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OpenArm 휴머노이드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348 (4 task)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30K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1e-4 cosine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0.3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ALLEX (task별)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40 / 90 / 72 / 62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30K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128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1e-4 cosine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0.8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FR3 (task별)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50~100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30K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1e-4 cosine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0.3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우리 (FFW-SH5)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81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30K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128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1e-4 cosine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0.3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66928" y="3429000"/>
            <a:ext cx="5577840" cy="1600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1F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3429000"/>
            <a:ext cx="64008" cy="1600200"/>
          </a:xfrm>
          <a:prstGeom prst="rect">
            <a:avLst/>
          </a:prstGeom>
          <a:solidFill>
            <a:srgbClr val="1F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3520440"/>
            <a:ext cx="5212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7A7A"/>
                </a:solidFill>
                <a:latin typeface="맑은 고딕"/>
              </a:rPr>
              <a:t>우리 81개는 논문 범위 안에 있다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실로봇 task당 데모 40~100개가 논문의 일관된 규모.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프레임 수도 ALLEX Object-in-Box(90 ep ≈ 3.1만)와 비슷한 3.3만.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임바디먼트가 가장 가까운 OpenArm이 chunk 16, ALLEX가 40.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19088" y="3429000"/>
            <a:ext cx="5184648" cy="1600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19088" y="3429000"/>
            <a:ext cx="64008" cy="16002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0256" y="3520440"/>
            <a:ext cx="481888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맑은 고딕"/>
              </a:rPr>
              <a:t>backbone을 얼리면 안 된다 (Table 6)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Full FT(top-4) + Full FT  →  62.67%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Frozen + LoRA r=64        →  36.42%   (−26점)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→ --tune-top-llm-layers 4 유지.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   LoRA는 VRAM 절감 카드인데 B200에는 필요 없다.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212080"/>
            <a:ext cx="1105783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212080"/>
            <a:ext cx="64008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303520"/>
            <a:ext cx="10692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맑은 고딕"/>
              </a:rPr>
              <a:t>우리 스모크에서 나온 확인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학습 파라미터 2,375,979,600 = 2,376.0M — 논문 Table 6의 “Full FT(top-4) + Full FT action model = 2,376.0M”과 정확히 일치.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동결 설정이 논문의 full-fine-tuning 구성과 같다는 독립적 검증.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하이퍼파라미터 (1/2)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하이퍼파라미터 — 4×B200 실측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추측이 아니라 재본 값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89888"/>
          <a:ext cx="1105783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5189"/>
                <a:gridCol w="1863680"/>
                <a:gridCol w="1490944"/>
                <a:gridCol w="2981889"/>
                <a:gridCol w="1863680"/>
                <a:gridCol w="1242453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global batch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image_max_area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vision token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처리량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peak VRAM/GPU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30K step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65536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3.15 it/s (202 sample/s)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37.4 GiB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2.6 h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128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65536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2.06 it/s (264 sample/s)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47.4 GiB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4.0 h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128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98304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84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1.60 it/s (205 sample/s)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54.3 GiB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5.2 h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256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65536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1.33 it/s (340 sample/s)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66.9 GiB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6.3 h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66928" y="3246120"/>
            <a:ext cx="5577840" cy="14630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1F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3246120"/>
            <a:ext cx="64008" cy="1463040"/>
          </a:xfrm>
          <a:prstGeom prst="rect">
            <a:avLst/>
          </a:prstGeom>
          <a:solidFill>
            <a:srgbClr val="1F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333756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7A7A"/>
                </a:solidFill>
                <a:latin typeface="맑은 고딕"/>
              </a:rPr>
              <a:t>VRAM은 병목이 아니다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가장 무거운 구성이 67 GiB / 183 GB. batch 512도 물리적으론 들어간다.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논문 Table 6의 H200 기준(batch 32에 87 GiB)보다 가벼운 이유는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우리 카메라가 1대이기 때문 (논문 ablation은 3 view × 12프레임).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→ LoRA를 쓸 이유가 없다.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19088" y="3246120"/>
            <a:ext cx="5184648" cy="14630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19088" y="3246120"/>
            <a:ext cx="64008" cy="14630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0256" y="3337560"/>
            <a:ext cx="481888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맑은 고딕"/>
              </a:rPr>
              <a:t>배치가 클수록 오히려 빠르다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샘플 처리량 202 → 264 → 340 sample/s.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작은 배치는 B200을 못 채운다.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batch 256을 안 고른 이유는 속도·메모리가 아니라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30K에서 269 epoch가 되어 과적합이 우려되기 때문.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892040"/>
            <a:ext cx="11057839" cy="11430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B4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892040"/>
            <a:ext cx="64008" cy="1143000"/>
          </a:xfrm>
          <a:prstGeom prst="rect">
            <a:avLst/>
          </a:prstGeom>
          <a:solidFill>
            <a:srgbClr val="B47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4983480"/>
            <a:ext cx="1069207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4760A"/>
                </a:solidFill>
                <a:latin typeface="맑은 고딕"/>
              </a:rPr>
              <a:t>⚠ 처리량은 실행마다 ±25% 흔들린다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같은 구성을 네 번 재보니 1.07 ~ 1.60 it/s. /NHNHOME이 공유 Lustre라 mp4 디코딩이 캐시·타 사용자 부하를 탄다.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→ 계획용 수치는 “30K에 5~8시간”. 5.2h는 가장 좋았을 때 값이지 기대값이 아니다.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하이퍼파라미터 (2/2)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이미지 전처리 — 기본값이 우리 종횡비에서 최악이었다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cam_head 376×672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89888"/>
          <a:ext cx="6583676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3747"/>
                <a:gridCol w="1082248"/>
                <a:gridCol w="1082248"/>
                <a:gridCol w="1533185"/>
                <a:gridCol w="1082248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--image-max-area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resize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crop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vision token/frame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가로 손실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B43A2E"/>
                          </a:solidFill>
                          <a:latin typeface="맑은 고딕"/>
                        </a:rPr>
                        <a:t>65536 (기본값)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160×285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160×256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B43A2E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B43A2E"/>
                          </a:solidFill>
                          <a:latin typeface="맑은 고딕"/>
                        </a:rPr>
                        <a:t>10.2%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67584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192×343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192×320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6.7%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E7D32"/>
                          </a:solidFill>
                          <a:latin typeface="맑은 고딕"/>
                        </a:rPr>
                        <a:t>98304 (채택)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224×400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224×384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E7D32"/>
                          </a:solidFill>
                          <a:latin typeface="맑은 고딕"/>
                        </a:rPr>
                        <a:t>84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E7D32"/>
                          </a:solidFill>
                          <a:latin typeface="맑은 고딕"/>
                        </a:rPr>
                        <a:t>4.0%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131072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256×457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256×448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112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2.0%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470648" y="1344168"/>
            <a:ext cx="4709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B3A5C"/>
                </a:solidFill>
                <a:latin typeface="맑은 고딕"/>
              </a:rPr>
              <a:t>왜 크롭이 생기나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F7A7A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0262E"/>
                </a:solidFill>
                <a:latin typeface="맑은 고딕"/>
              </a:rPr>
              <a:t>논문 §B.1은 Qwen3-VL smart_resize를 쓴다고 하지만,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F7A7A"/>
                </a:solidFill>
                <a:latin typeface="맑은 고딕"/>
              </a:rPr>
              <a:t>• </a:t>
            </a:r>
            <a:r>
              <a:rPr sz="1300" b="1">
                <a:solidFill>
                  <a:srgbClr val="20262E"/>
                </a:solidFill>
                <a:latin typeface="맑은 고딕"/>
              </a:rPr>
              <a:t>레포 구현은 짧은 변을 맞춘 뒤 긴 변을 잘라낸다.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F7A7A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0262E"/>
                </a:solidFill>
                <a:latin typeface="맑은 고딕"/>
              </a:rPr>
              <a:t>정사각형 입력에선 무해하지만 가로로 긴 우리 카메라에선 실제로 잘린다.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566160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1F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566160"/>
            <a:ext cx="64008" cy="1371600"/>
          </a:xfrm>
          <a:prstGeom prst="rect">
            <a:avLst/>
          </a:prstGeom>
          <a:solidFill>
            <a:srgbClr val="1F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3657600"/>
            <a:ext cx="106920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7A7A"/>
                </a:solidFill>
                <a:latin typeface="맑은 고딕"/>
              </a:rPr>
              <a:t>화질보다 중요한 이유 — 분기 판단이 이 화면에 달려 있다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이 작업의 분기(“송장이 위로 오게 방향 맞추기”)를 결정하는 건 상자 위의 흰 송장 라벨이다.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224×384에서도 라벨이 뚜렷한 밝은 사각형으로 남는 것을 프레임 추출로 직접 확인했다 — 글자는 못 읽지만 읽을 필요가 없다.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65536에서는 라벨 덩어리가 뭉개지기 시작하고 가로 화각도 더 잘린다.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074920"/>
            <a:ext cx="11057839" cy="9144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5A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5074920"/>
            <a:ext cx="64008" cy="914400"/>
          </a:xfrm>
          <a:prstGeom prst="rect">
            <a:avLst/>
          </a:prstGeom>
          <a:solidFill>
            <a:srgbClr val="5A6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166360"/>
            <a:ext cx="10692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A636E"/>
                </a:solidFill>
                <a:latin typeface="맑은 고딕"/>
              </a:rPr>
              <a:t>비용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처리량 −22%, VRAM +7 GiB (2.06 → 1.60 it/s, 47.4 → 54.3 GiB). 30K 기준 4.0h → 5.2h.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B200 VRAM은 여전히 30%도 안 쓴다 → 살 만한 값.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전처리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chunk와 execution horizon — 10 fps에서의 의미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결정 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389888"/>
            <a:ext cx="1105783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64008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481328"/>
            <a:ext cx="106920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맑은 고딕"/>
              </a:rPr>
              <a:t>먼저: 코드는 fps에 무관하다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self.fps는 info.json에서 읽히지만 데이터 파이프라인 어디서도 쓰이지 않는다. delta_indices·video_stride는 전부 프레임 단위.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→ fps는 학습 동작을 바꾸지 않고, 설정값의 “초 단위 의미”만 정한다. 논문은 자체 실로봇 fps를 밝히지 않는다.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514600"/>
          <a:ext cx="54863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19"/>
                <a:gridCol w="9144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프레임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10 fps 기준 초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video context {−6,−4,−2,0}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0.6 s 시각 이력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action chunk (채택)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4.0 s 예측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실행 (execution horizon)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2.0 s 실행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에피소드 길이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215~916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21.5 ~ 91.6 s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73368" y="2514600"/>
          <a:ext cx="52120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914400"/>
                <a:gridCol w="914400"/>
                <a:gridCol w="9144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논문의 실행 비율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chunk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실행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비율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SIMPLER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1/8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LIBERO · GR-1 Tabletop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1/2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RoboCasa Kitchen · 365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1/1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ALLEX (실로봇)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1/2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434840"/>
            <a:ext cx="5486400" cy="1600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1F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434840"/>
            <a:ext cx="64008" cy="1600200"/>
          </a:xfrm>
          <a:prstGeom prst="rect">
            <a:avLst/>
          </a:prstGeom>
          <a:solidFill>
            <a:srgbClr val="1F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52628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7A7A"/>
                </a:solidFill>
                <a:latin typeface="맑은 고딕"/>
              </a:rPr>
              <a:t>왜 50이 아니라 40인가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목표(2.0초 실행)는 chunk가 아니라 실행 개수가 정한다 → 40도 동일.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40은 논문이 실제로 학습시켜 본 길이(ALLEX)이고,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비율도 20/40 = 0.50으로 일치한다.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50도 실측상 돈다(VRAM +1.6 GiB). 다만 근거가 없고 샘플이 8.6% 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3368" y="4434840"/>
            <a:ext cx="5212080" cy="1600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73368" y="4434840"/>
            <a:ext cx="64008" cy="16002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4526280"/>
            <a:ext cx="4846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맑은 고딕"/>
              </a:rPr>
              <a:t>실행 개수는 학습과 무관하다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학습은 늘 전체 chunk를 예측하도록 한다.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몇 개 실행할지는 배포 시 클라이언트 결정이고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체크포인트에 기록되지 않는다.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→ 같은 체크포인트로 20/10을 바꿔 시험 가능. 재학습 불필요.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(예외: memory_stride, rtc_training_max_delay — 둘 다 미사용)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결정 ③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우리 task는 atomic인가 composite인가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— composite다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344168"/>
            <a:ext cx="110578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62E"/>
                </a:solidFill>
                <a:latin typeface="맑은 고딕"/>
              </a:rPr>
              <a:t>“Receive the package from the conveyor, </a:t>
            </a:r>
            <a:r>
              <a:rPr sz="1500" b="1">
                <a:solidFill>
                  <a:srgbClr val="B4760A"/>
                </a:solidFill>
                <a:latin typeface="맑은 고딕"/>
              </a:rPr>
              <a:t>check the shipping label</a:t>
            </a:r>
            <a:r>
              <a:rPr sz="1500" b="0">
                <a:solidFill>
                  <a:srgbClr val="20262E"/>
                </a:solidFill>
                <a:latin typeface="맑은 고딕"/>
              </a:rPr>
              <a:t>, </a:t>
            </a:r>
            <a:r>
              <a:rPr sz="1500" b="1">
                <a:solidFill>
                  <a:srgbClr val="B43A2E"/>
                </a:solidFill>
                <a:latin typeface="맑은 고딕"/>
              </a:rPr>
              <a:t>flip the box face up if necessary</a:t>
            </a:r>
            <a:r>
              <a:rPr sz="1500" b="0">
                <a:solidFill>
                  <a:srgbClr val="20262E"/>
                </a:solidFill>
                <a:latin typeface="맑은 고딕"/>
              </a:rPr>
              <a:t>, and forward it to the next station.”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36E"/>
                </a:solidFill>
                <a:latin typeface="맑은 고딕"/>
              </a:rPr>
              <a:t>→ 4단계 + 조건 분기. 논문 기준 composite task다.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2606040"/>
          <a:ext cx="55778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188720"/>
                <a:gridCol w="1188720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RoboCasa365 · Table 1b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Atomic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Composite-S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Composite-U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RLDX-1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E7D32"/>
                          </a:solidFill>
                          <a:latin typeface="맑은 고딕"/>
                        </a:rPr>
                        <a:t>67.3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B4760A"/>
                          </a:solidFill>
                          <a:latin typeface="맑은 고딕"/>
                        </a:rPr>
                        <a:t>19.0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B43A2E"/>
                          </a:solidFill>
                          <a:latin typeface="맑은 고딕"/>
                        </a:rPr>
                        <a:t>5.6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GR00T N1.6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61.1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12.6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2.6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π₀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34.6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6.1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1.1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64808" y="2606040"/>
            <a:ext cx="5138928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B4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64808" y="2606040"/>
            <a:ext cx="64008" cy="1737360"/>
          </a:xfrm>
          <a:prstGeom prst="rect">
            <a:avLst/>
          </a:prstGeom>
          <a:solidFill>
            <a:srgbClr val="B47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5976" y="2697480"/>
            <a:ext cx="47731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4760A"/>
                </a:solidFill>
                <a:latin typeface="맑은 고딕"/>
              </a:rPr>
              <a:t>왜 위험한가 — 세 가지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① 오차 누적: 단계별 0.9여도 4단계면 0.66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② 중간 상태 기억: “라벨을 이미 봤는가”가 현재 프레임에 없다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    (논문은 memory module로 푸는데 우리는 못 쓴다)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③ 같은 관측에 정답이 여러 개 → 평균 내면 둘 다 아닌 행동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526280"/>
            <a:ext cx="11057839" cy="1600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526280"/>
            <a:ext cx="64008" cy="16002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617720"/>
            <a:ext cx="1069207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맑은 고딕"/>
              </a:rPr>
              <a:t>그런데 ③은 우리에게 완화된다 — 분기 신호가 화면에 있다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ep5: 라벨이 앞쪽 수직면    ep30: 라벨 안 보임(16.0초까지) → 18.0초에 나타남    ep60: 이미 윗면 → 뒤집기 불필요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흰 송장 라벨은 갈색 상자 위의 큰 고대비 사각형이라 376×672 → 224×384로 줄여도 뚜렷하게 남는다.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→ 관측이 서로 다르므로 정책이 원리적으로 분기를 학습할 수 있다. “입력에 정보가 없어서 못 배우는” 상황은 아니다.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남는 위험은 오차 누적과 진행상태 기억이지 관측 부족이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task 성격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subtask로 나눌 것인가 — 이번엔 아니다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선택지 A / B /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89888"/>
          <a:ext cx="11057836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17"/>
                <a:gridCol w="3503473"/>
                <a:gridCol w="1532769"/>
                <a:gridCol w="3284506"/>
                <a:gridCol w="2189671"/>
              </a:tblGrid>
              <a:tr h="4206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방식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태스크 성질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필요한 것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배포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E7D32"/>
                          </a:solidFill>
                          <a:latin typeface="맑은 고딕"/>
                        </a:rPr>
                        <a:t>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전체 문장 1개로 end-to-end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composite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E7D32"/>
                          </a:solidFill>
                          <a:latin typeface="맑은 고딕"/>
                        </a:rPr>
                        <a:t>없음 (지금 그대로)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지시문 1개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B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sub_task 조건화 단일 정책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composite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구간 라벨 + 런타임 플래너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매 시점 subtask 지정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C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구간별 정책 분리 + 오케스트레이터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atomic으로 분해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라벨 + 정책 N개 + 전환 로직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시스템 재설계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66928" y="3246120"/>
            <a:ext cx="5577840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3246120"/>
            <a:ext cx="64008" cy="17373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333756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맑은 고딕"/>
              </a:rPr>
              <a:t>A를 고른 이유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① 추가 라벨링이 0이다 (B는 81개 영상을 사람이 훑어야 한다)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② 1차 결과 없이는 어디를 쪼개야 할지 모른다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③ B는 배포 계약을 바꾼다 — 실행 중 “지금 어느 subtask인가”를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    정해줄 상위 플래너가 필요해진다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④ 되돌리기 쉽다 — 나중에 해도 지금 학습이 낭비가 안 된다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19088" y="3246120"/>
            <a:ext cx="5184648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19088" y="3246120"/>
            <a:ext cx="64008" cy="17373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0256" y="3337560"/>
            <a:ext cx="481888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맑은 고딕"/>
              </a:rPr>
              <a:t>B는 이미 지원된다 (필요해지면)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코드에 LANG_KEYS = ["task", "sub_task"]가 있다.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episodes.jsonl에 sub_tasks 구간을 넣고 config 한 줄만 바꾸면 된다.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라벨은 start−8 프레임부터 적용되고 겹치는 구간은 확률적으로 섞인다.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atomic으로 바뀌는 게 아니라 언어 신호만 잘게 쪼개지는 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166360"/>
            <a:ext cx="11057839" cy="9144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B4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166360"/>
            <a:ext cx="64008" cy="914400"/>
          </a:xfrm>
          <a:prstGeom prst="rect">
            <a:avLst/>
          </a:prstGeom>
          <a:solidFill>
            <a:srgbClr val="B47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257800"/>
            <a:ext cx="10692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4760A"/>
                </a:solidFill>
                <a:latin typeface="맑은 고딕"/>
              </a:rPr>
              <a:t>1차 실패를 볼 때 이것만 보면 된다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실패가 “전 구간 어설픔”인가, “특정 전환 지점에서 멈추거나 잘못된 분기를 타는가”.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후자면 그때 subtask를 도입한다. 그때도 전수 라벨링 말고 “초기 송장 위치(front/top/hidden/side)”부터 센다.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subtask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이번에 거는 학습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run_scripts/train/examples/finetune_rldx1_ffw_sh5_0826.sh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89888"/>
          <a:ext cx="7863840" cy="347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3291840"/>
              </a:tblGrid>
              <a:tr h="3154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base model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RLWRLD/RLDX-1-PT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1단계 산출물, 새 임바디먼트의 출발점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data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dataset/rlwrld_demo_0826_train (72 ep)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held-out 9 ep 제외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modality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ffw_sh5_rev1_config_used26_h40.py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action 26차원, chunk 40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batch / steps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128 × 30,000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논문 ALLEX·FR3 실로봇 레시피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lr / schedule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1e-4 / cosine + warmup 5%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논문 post-training 전부 동일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state dropout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0.3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OpenArm·FR3 값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동결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vision encoder + LLM (top-4 제외)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Table 6 — 완전 동결은 −26점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image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--image-max-area 98304 (224×384, 84 token)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가로 화각 확보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모듈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motion / memory / physics 전부 OFF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PT에 텐서가 없음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저장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10,000 step마다 · limit 5 (183 GB)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삭제 없이 10K/20K/30K 보존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705088" y="1344168"/>
            <a:ext cx="3474720" cy="21031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05088" y="1344168"/>
            <a:ext cx="64008" cy="2103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06256" y="1435608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맑은 고딕"/>
              </a:rPr>
              <a:t>예상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30K step에 6~8시간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GPU당 55 GiB / 183 GB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체크포인트 1개 = 61 GB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저장 1회당 약 40초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3657600"/>
            <a:ext cx="3474720" cy="22860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05088" y="3657600"/>
            <a:ext cx="64008" cy="2286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06256" y="374904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맑은 고딕"/>
              </a:rPr>
              <a:t>학습 후 바로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10K / 20K / 30K 각각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held-out 9 에피소드로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open_loop_eval MSE 기록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→ 최저점을 배포 후보로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--traj-ids 0..8 (재번호됨)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--action-horizon 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이번 학습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학습 직전 점검에서 잡은 것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레포가 문서보다 조용히 다르게 동작하는 지점들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89888"/>
          <a:ext cx="11057837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8203"/>
                <a:gridCol w="6396200"/>
                <a:gridCol w="2493434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발견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무엇이 문제였나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조치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B43A2E"/>
                          </a:solidFill>
                          <a:latin typeface="맑은 고딕"/>
                        </a:rPr>
                        <a:t>save-total-limit 조합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2500 저장 × limit 6 → 잔존이 17.5K~30K. 최적 예상 구간(10K~20K)이 전부 삭제됨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10000 / 5로 변경 (삭제 없음)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B43A2E"/>
                          </a:solidFill>
                          <a:latin typeface="맑은 고딕"/>
                        </a:rPr>
                        <a:t>정규화 통계 누수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split 시 stats.json을 복사해 학습 통계가 held-out 9개를 포함한 81 ep로 fit돼 있었음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72 ep로 재생성 (30/57 차원 변경)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B4760A"/>
                          </a:solidFill>
                          <a:latin typeface="맑은 고딕"/>
                        </a:rPr>
                        <a:t>오해를 부르는 로그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generate_stats는 “Generating stats…”를 찍은 뒤 유효성 검사로 조기 반환한다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로그는 계산의 증거가 아님을 문서화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B4760A"/>
                          </a:solidFill>
                          <a:latin typeface="맑은 고딕"/>
                        </a:rPr>
                        <a:t>execution_horizon 플래그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run_rldx_server의 --execution-horizon은 ReplayPolicy 전용. 실제 정책엔 안 먹는다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실행 개수는 클라이언트 결정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B4760A"/>
                          </a:solidFill>
                          <a:latin typeface="맑은 고딕"/>
                        </a:rPr>
                        <a:t>episode_sampling_rate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이름과 달리 데이터를 버리지 않는다 — 에피소드를 10개 서브시퀀스로 쪼개 shard에 분산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기본값 유지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66928" y="4709160"/>
            <a:ext cx="5577840" cy="1325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4709160"/>
            <a:ext cx="64008" cy="13258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4800600"/>
            <a:ext cx="5212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맑은 고딕"/>
              </a:rPr>
              <a:t>검증 완료된 것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중간 저장 · 회전 (20 저장 → 40·45 남기고 20 삭제)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open_loop_eval 26차원 관통 — gt(64,26) / pred(64,26)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체크포인트 자립성 (modality config·통계를 자체 보유)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학습 파라미터 2,376.0M = 논문 Table 6과 일치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19088" y="4709160"/>
            <a:ext cx="5184648" cy="1325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B4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19088" y="4709160"/>
            <a:ext cx="64008" cy="1325880"/>
          </a:xfrm>
          <a:prstGeom prst="rect">
            <a:avLst/>
          </a:prstGeom>
          <a:solidFill>
            <a:srgbClr val="B47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0256" y="4800600"/>
            <a:ext cx="4818888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4760A"/>
                </a:solidFill>
                <a:latin typeface="맑은 고딕"/>
              </a:rPr>
              <a:t>아직 확인 못 한 것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30K 완주 (최장 45 step까지만 돌려봄)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중단 후 resume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실로봇 서빙 — 26차원 체크포인트로 서버를 띄워본 적 없음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chunk 40의 장기 거동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pre-flight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1차 학습 결과 — checkpoint-10000이 최적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30K 완주 후 held-out 채점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89888"/>
          <a:ext cx="6583678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987"/>
                <a:gridCol w="1526650"/>
                <a:gridCol w="1240403"/>
                <a:gridCol w="1335819"/>
                <a:gridCol w="1335819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step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held-out MSE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MAE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최적 대비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train loss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E7D32"/>
                          </a:solidFill>
                          <a:latin typeface="맑은 고딕"/>
                        </a:rPr>
                        <a:t>10,000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E7D32"/>
                          </a:solidFill>
                          <a:latin typeface="맑은 고딕"/>
                        </a:rPr>
                        <a:t>0.02379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0.09208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E7D32"/>
                          </a:solidFill>
                          <a:latin typeface="맑은 고딕"/>
                        </a:rPr>
                        <a:t>— 최적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0.0129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20,000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0.02653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0.09858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B4760A"/>
                          </a:solidFill>
                          <a:latin typeface="맑은 고딕"/>
                        </a:rPr>
                        <a:t>+11.6%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0.0034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30,000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0.02663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0262E"/>
                          </a:solidFill>
                          <a:latin typeface="맑은 고딕"/>
                        </a:rPr>
                        <a:t>0.09985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B43A2E"/>
                          </a:solidFill>
                          <a:latin typeface="맑은 고딕"/>
                        </a:rPr>
                        <a:t>+11.9%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0262E"/>
                          </a:solidFill>
                          <a:latin typeface="맑은 고딕"/>
                        </a:rPr>
                        <a:t>0.0031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470648" y="1344168"/>
            <a:ext cx="4709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3A5C"/>
                </a:solidFill>
                <a:latin typeface="맑은 고딕"/>
              </a:rPr>
              <a:t>train loss는 4배 좋아지는 동안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B43A2E"/>
                </a:solidFill>
                <a:latin typeface="맑은 고딕"/>
              </a:rPr>
              <a:t>held-out은 나빠졌다 — 과적합이다.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F7A7A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0262E"/>
                </a:solidFill>
                <a:latin typeface="맑은 고딕"/>
              </a:rPr>
              <a:t>0.0129 → 0.0031 (train)  vs  0.0238 → 0.0266 (held-out)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F7A7A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0262E"/>
                </a:solidFill>
                <a:latin typeface="맑은 고딕"/>
              </a:rPr>
              <a:t>그림: outputs/eval/holdout_curve.png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383280"/>
            <a:ext cx="5577840" cy="1600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383280"/>
            <a:ext cx="64008" cy="16002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3474720"/>
            <a:ext cx="5212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맑은 고딕"/>
              </a:rPr>
              <a:t>±15% 변동을 어떻게 넘어섰나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같은 체크포인트도 실행마다 MSE가 ±15% 흔들린다(부록 A.4).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평균 차이 11.6%는 그 폭 안이라 그것만으로는 약하다.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→ 9개 에피소드를 짝지어 보니 step 10,000이 9/9 전부에서 이긴다.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   노이즈는 에피소드마다 독립이므로 우연이 아니다.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19088" y="3383280"/>
            <a:ext cx="5184648" cy="1600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B4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19088" y="3383280"/>
            <a:ext cx="64008" cy="1600200"/>
          </a:xfrm>
          <a:prstGeom prst="rect">
            <a:avLst/>
          </a:prstGeom>
          <a:solidFill>
            <a:srgbClr val="B47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0256" y="3474720"/>
            <a:ext cx="481888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4760A"/>
                </a:solidFill>
                <a:latin typeface="맑은 고딕"/>
              </a:rPr>
              <a:t>50K 연장은 중단했다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10K → 30K가 held-out을 하나도 개선하지 못했다.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게다가 resume은 웜 리스타트다 — lr_lambdas가 [{}]로만 저장돼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새 50K 코사인이 적용되고 LR이 ~0 → 3.77e-5로 되올라간다(실측).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0262E"/>
                </a:solidFill>
                <a:latin typeface="맑은 고딕"/>
              </a:rPr>
              <a:t>과적합 구간에서 LR을 다시 올리는 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120640"/>
            <a:ext cx="11057839" cy="9601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120640"/>
            <a:ext cx="64008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212080"/>
            <a:ext cx="106920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맑은 고딕"/>
              </a:rPr>
              <a:t>그래서 다음 레버는 스텝이 아니라 데이터다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81 에피소드에서 10,000 스텝(45 epoch)이면 이 데이터로 배울 건 다 배웠다는 뜻이다.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→ 초기 송장 위치 분포를 세고, 부족한 분기를 집중 수집한다 (§6.3).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1차 결과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To-do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지금 / 학습 후 / 다음 데이터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89888"/>
          <a:ext cx="11057837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4562"/>
                <a:gridCol w="4986868"/>
                <a:gridCol w="433640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시점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할 일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왜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0262E"/>
                          </a:solidFill>
                          <a:latin typeface="맑은 고딕"/>
                        </a:rPr>
                        <a:t>학습 도는 동안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배포 클라이언트의 26 → 57 관절 매핑 갱신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서버 출력 키가 바뀐다. 유일하게 한 번도 안 띄워본 경로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데이터팀 확인: 초기 송장 위치 분포 (front/top/hidden/side)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분기 균형을 모르면 소수 분기가 학습되지 않는다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0262E"/>
                          </a:solidFill>
                          <a:latin typeface="맑은 고딕"/>
                        </a:rPr>
                        <a:t>학습 직후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10K / 20K / 30K를 held-out으로 평가 → 최저 MSE 선택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validation이 없어 train loss만으로는 과적합을 못 본다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실기 롤아웃으로 실패 모드 관찰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“전 구간 어설픔”인가 “전환 지점에서 멈춤”인가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배포 시 40 중 20만 실행 (2.0초), 여유되면 RTC guided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16개 전부 = 4초 open-loop는 컨베이어에서 길다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0262E"/>
                          </a:solidFill>
                          <a:latin typeface="맑은 고딕"/>
                        </a:rPr>
                        <a:t>다음 데이터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부족한 분기를 골라 집중 수집 (논문 §4.3 adaptive collection)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무작정 늘리는 것보다 효율이 높다고 보고됨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필요해지면 subtask 도입 (B) — 코드는 이미 지원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1차 실패 모드가 “전환 지점”으로 나올 때만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66928" y="5120640"/>
            <a:ext cx="11057839" cy="10515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5120640"/>
            <a:ext cx="64008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5212080"/>
            <a:ext cx="106920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맑은 고딕"/>
              </a:rPr>
              <a:t>목표치를 굳이 잡자면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분기당 40~60개, 총 120~160 에피소드가 논문 레시피와 맞는 규모다. 지금 81개는 “주 동작은 학습되지만 조건 분기는 부족할 수 있다”는 위치.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정밀 접촉 작업을 하게 되면 그때는 10 fps도 재고 대상 (1스텝 = 100 ms).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to-do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66928" tIns="14630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맑은 고딕"/>
              </a:rPr>
              <a:t>열린 질문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B8CEE0"/>
                </a:solidFill>
                <a:latin typeface="맑은 고딕"/>
              </a:rPr>
              <a:t>결정을 바꿀 수 있는 것들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389888"/>
          <a:ext cx="11057837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64"/>
                <a:gridCol w="4986868"/>
                <a:gridCol w="3252305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질문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지금 아는 것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모르면 생기는 일</a:t>
                      </a:r>
                    </a:p>
                  </a:txBody>
                  <a:tcPr marL="73152" marR="73152" marT="18288" marB="18288" anchor="ctr">
                    <a:solidFill>
                      <a:srgbClr val="1B3A5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초기 송장 위치의 분포는?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신호가 화면에 있다는 건 확인. 분포는 사람이 라벨링해야 한다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소수 분기가 20% 미만이면 그 분기는 학습되지 않는다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세션마다 시연이 길어지는 이유는? (320→497)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분기가 아니라 세션 효과로 보임 (길이·파지 횟수 상관 0.01)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분포 이동이면 평가 설계에 반영해야 한다</a:t>
                      </a:r>
                    </a:p>
                  </a:txBody>
                  <a:tcPr marL="73152" marR="73152" marT="18288" marB="18288" anchor="ctr">
                    <a:solidFill>
                      <a:srgbClr val="F2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chunk 40이 16보다 나은가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위치 인코딩은 해석적이라 잘 정의됨. 학습 때 본 적 없는 길이일 뿐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0262E"/>
                          </a:solidFill>
                          <a:latin typeface="맑은 고딕"/>
                        </a:rPr>
                        <a:t>실제 성능 차이는 돌려봐야 안다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66928" y="5029200"/>
            <a:ext cx="11057839" cy="1097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5A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5029200"/>
            <a:ext cx="64008" cy="1097280"/>
          </a:xfrm>
          <a:prstGeom prst="rect">
            <a:avLst/>
          </a:prstGeom>
          <a:solidFill>
            <a:srgbClr val="5A6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5120640"/>
            <a:ext cx="10692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A636E"/>
                </a:solidFill>
                <a:latin typeface="맑은 고딕"/>
              </a:rPr>
              <a:t>상세 근거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모든 수치는 RLDX-1-FFW-SH5.md에 재현 명령과 함께 있다. 논문 인용에는 절(section)·표 번호를 붙였다.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62E"/>
                </a:solidFill>
                <a:latin typeface="맑은 고딕"/>
              </a:rPr>
              <a:t>프레임 시트: outputs/frames/  ·  평가 플롯: outputs/eval/  ·  데이터 도구: run_scripts/data/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636E"/>
                </a:solidFill>
                <a:latin typeface="맑은 고딕"/>
              </a:rPr>
              <a:t>열린 질문</a:t>
            </a:r>
            <a:r>
              <a:rPr sz="1000" b="0">
                <a:solidFill>
                  <a:srgbClr val="5A636E"/>
                </a:solidFill>
                <a:latin typeface="맑은 고딕"/>
              </a:rPr>
              <a:t>         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